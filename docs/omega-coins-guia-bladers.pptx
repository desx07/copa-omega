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3.png"/><Relationship Id="rId5" Type="http://schemas.openxmlformats.org/officeDocument/2006/relationships/image" Target="../media/image-11-3.png"/><Relationship Id="rId6" Type="http://schemas.openxmlformats.org/officeDocument/2006/relationships/image" Target="../media/image-11-3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riel/Desktop/go/copa-omega/docs/slides-ggo/assets/sta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50" y="1022449"/>
            <a:ext cx="762000" cy="762000"/>
          </a:xfrm>
          <a:prstGeom prst="rect">
            <a:avLst/>
          </a:prstGeom>
        </p:spPr>
      </p:pic>
      <p:pic>
        <p:nvPicPr>
          <p:cNvPr id="3" name="Image 1" descr="C:/Users/ariel/Desktop/go/copa-omega/docs/slides-ggo/assets/coin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950" y="1022449"/>
            <a:ext cx="762000" cy="762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7052" y="1936849"/>
            <a:ext cx="8049747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ESTRELLAS y OMEGA COINS</a:t>
            </a:r>
            <a:endParaRPr lang="en-US" sz="4000" dirty="0"/>
          </a:p>
        </p:txBody>
      </p:sp>
      <p:pic>
        <p:nvPicPr>
          <p:cNvPr id="5" name="Image 2" descr="C:/Users/ariel/Desktop/go/copa-omega/docs/slides-ggo/assets/accent-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50" y="2695575"/>
            <a:ext cx="4444901" cy="381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371593" y="3012877"/>
            <a:ext cx="44006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sistemas de juego de Bladers Santa Fe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3143519" y="3454152"/>
            <a:ext cx="28568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4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 habilidad ahora vale de verdad"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3748157" y="3968502"/>
            <a:ext cx="16475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 OMEGA STAR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Sistemas Separados</a:t>
            </a:r>
            <a:endParaRPr lang="en-US" sz="2200" dirty="0"/>
          </a:p>
        </p:txBody>
      </p:sp>
      <p:pic>
        <p:nvPicPr>
          <p:cNvPr id="3" name="Image 0" descr="C:/Users/ariel/Desktop/go/copa-omega/docs/slides-ggo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92051"/>
            <a:ext cx="8254901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945952"/>
            <a:ext cx="84199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Copa Omega hay DOS monedas que NUNCA se mezclan: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44401" y="1349127"/>
            <a:ext cx="4000500" cy="2313682"/>
          </a:xfrm>
          <a:prstGeom prst="roundRect">
            <a:avLst>
              <a:gd name="adj" fmla="val 5489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C:/Users/ariel/Desktop/go/copa-omega/docs/slides-ggo/assets/star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01" y="1545878"/>
            <a:ext cx="330101" cy="3301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8203" y="1610916"/>
            <a:ext cx="19786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ESTRELLAS = RANKING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66601" y="1952179"/>
            <a:ext cx="3627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Muestran que tan groso sos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66601" y="2196554"/>
            <a:ext cx="3556099" cy="12695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apuestan en retos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Definen tu posicion en el ranking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Cuantas mas tenes, mas arriba estas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sirven para comprar nada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usan para inscripcion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698802" y="1349127"/>
            <a:ext cx="4000500" cy="2313682"/>
          </a:xfrm>
          <a:prstGeom prst="roundRect">
            <a:avLst>
              <a:gd name="adj" fmla="val 5489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Users/ariel/Desktop/go/copa-omega/docs/slides-ggo/assets/coin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002" y="1545878"/>
            <a:ext cx="330101" cy="3301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52604" y="1610916"/>
            <a:ext cx="1937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 = PLATA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921002" y="1952179"/>
            <a:ext cx="3627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billetera virtual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921002" y="2196554"/>
            <a:ext cx="3556099" cy="12695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beyblades REALES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Pagas inscripcion al torneo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ganan en torneos y retos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ganan por misiones, check-in, referidos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pueden comprar con $ARS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44401" y="3865959"/>
            <a:ext cx="8254901" cy="463451"/>
          </a:xfrm>
          <a:prstGeom prst="roundRect">
            <a:avLst>
              <a:gd name="adj" fmla="val 21923"/>
            </a:avLst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88496" y="4011960"/>
            <a:ext cx="79667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se convierten entre si. Son sistemas paralelos.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Estrellas — Tu Nivel de Blader</a:t>
            </a:r>
            <a:endParaRPr lang="en-US" sz="2200" dirty="0"/>
          </a:p>
        </p:txBody>
      </p:sp>
      <p:pic>
        <p:nvPicPr>
          <p:cNvPr id="3" name="Image 0" descr="C:/Users/ariel/Desktop/go/copa-omega/docs/slides-ggo/assets/accen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92051"/>
            <a:ext cx="8254901" cy="38100"/>
          </a:xfrm>
          <a:prstGeom prst="rect">
            <a:avLst/>
          </a:prstGeom>
        </p:spPr>
      </p:pic>
      <p:pic>
        <p:nvPicPr>
          <p:cNvPr id="4" name="Image 1" descr="C:/Users/ariel/Desktop/go/copa-omega/docs/slides-ggo/assets/star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02" y="1098352"/>
            <a:ext cx="762000" cy="762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252" y="971401"/>
            <a:ext cx="7111901" cy="201096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estrellas muestran tu </a:t>
            </a:r>
            <a:pPr algn="l" indent="0" marL="0">
              <a:lnSpc>
                <a:spcPts val="26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habilidad</a:t>
            </a:r>
            <a:endParaRPr lang="en-US" sz="1200" dirty="0"/>
          </a:p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apuestan en retos contra otros bladers</a:t>
            </a:r>
            <a:endParaRPr lang="en-US" sz="1200" dirty="0"/>
          </a:p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Definen tu </a:t>
            </a:r>
            <a:pPr algn="l" indent="0" marL="0">
              <a:lnSpc>
                <a:spcPts val="26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 en el ranking</a:t>
            </a:r>
            <a:pPr algn="l" indent="0" marL="0">
              <a:lnSpc>
                <a:spcPts val="26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(leaderboard)</a:t>
            </a:r>
            <a:endParaRPr lang="en-US" sz="1200" dirty="0"/>
          </a:p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Cuantas mas tenes, mas groso sos</a:t>
            </a:r>
            <a:endParaRPr lang="en-US" sz="1200" dirty="0"/>
          </a:p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sirven para comprar</a:t>
            </a:r>
            <a:pPr algn="l" indent="0" marL="0">
              <a:lnSpc>
                <a:spcPts val="26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store</a:t>
            </a:r>
            <a:endParaRPr lang="en-US" sz="1200" dirty="0"/>
          </a:p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usan para inscribirte</a:t>
            </a:r>
            <a:pPr algn="l" indent="0" marL="0">
              <a:lnSpc>
                <a:spcPts val="26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torneo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587252" y="3109317"/>
            <a:ext cx="7111901" cy="780901"/>
          </a:xfrm>
          <a:prstGeom prst="roundRect">
            <a:avLst>
              <a:gd name="adj" fmla="val 13011"/>
            </a:avLst>
          </a:prstGeom>
          <a:solidFill>
            <a:srgbClr val="11182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799927" y="3245793"/>
            <a:ext cx="68202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799927" y="3448943"/>
            <a:ext cx="68202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Tenes 150 estrellas y estas 3ro en el ranking. Ganas un reto apostando 10 estrellas: ahora tenes 160 y subis a 2do.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 — Tu Billetera</a:t>
            </a:r>
            <a:endParaRPr lang="en-US" sz="2200" dirty="0"/>
          </a:p>
        </p:txBody>
      </p:sp>
      <p:pic>
        <p:nvPicPr>
          <p:cNvPr id="3" name="Image 0" descr="C:/Users/ariel/Desktop/go/copa-omega/docs/slides-ggo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92051"/>
            <a:ext cx="8254901" cy="38100"/>
          </a:xfrm>
          <a:prstGeom prst="rect">
            <a:avLst/>
          </a:prstGeom>
        </p:spPr>
      </p:pic>
      <p:pic>
        <p:nvPicPr>
          <p:cNvPr id="4" name="Image 1" descr="C:/Users/ariel/Desktop/go/copa-omega/docs/slides-ggo/assets/coin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02" y="1098352"/>
            <a:ext cx="762000" cy="762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252" y="971401"/>
            <a:ext cx="7111901" cy="201096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la </a:t>
            </a:r>
            <a:pPr algn="l" indent="0" marL="0">
              <a:lnSpc>
                <a:spcPts val="264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</a:t>
            </a:r>
            <a:pPr algn="l" indent="0" marL="0">
              <a:lnSpc>
                <a:spcPts val="26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Bladers Santa Fe</a:t>
            </a:r>
            <a:endParaRPr lang="en-US" sz="1200" dirty="0"/>
          </a:p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beyblades </a:t>
            </a:r>
            <a:pPr algn="l" indent="0" marL="0">
              <a:lnSpc>
                <a:spcPts val="26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REALES</a:t>
            </a:r>
            <a:pPr algn="l" indent="0" marL="0">
              <a:lnSpc>
                <a:spcPts val="26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store</a:t>
            </a:r>
            <a:endParaRPr lang="en-US" sz="1200" dirty="0"/>
          </a:p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Pagas la </a:t>
            </a:r>
            <a:pPr algn="l" indent="0" marL="0">
              <a:lnSpc>
                <a:spcPts val="264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inscripcion al torneo</a:t>
            </a:r>
            <a:endParaRPr lang="en-US" sz="1200" dirty="0"/>
          </a:p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ganan como </a:t>
            </a:r>
            <a:pPr algn="l" indent="0" marL="0">
              <a:lnSpc>
                <a:spcPts val="26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premio</a:t>
            </a:r>
            <a:pPr algn="l" indent="0" marL="0">
              <a:lnSpc>
                <a:spcPts val="26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torneos y retos</a:t>
            </a:r>
            <a:endParaRPr lang="en-US" sz="1200" dirty="0"/>
          </a:p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ganan por misiones, check-in QR, referidos</a:t>
            </a:r>
            <a:endParaRPr lang="en-US" sz="1200" dirty="0"/>
          </a:p>
          <a:p>
            <a:pPr algn="l" marL="114300" indent="-114300">
              <a:lnSpc>
                <a:spcPts val="26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pueden comprar con </a:t>
            </a:r>
            <a:pPr algn="l" indent="0" marL="0">
              <a:lnSpc>
                <a:spcPts val="26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($ARS)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587252" y="3109317"/>
            <a:ext cx="7111901" cy="780901"/>
          </a:xfrm>
          <a:prstGeom prst="roundRect">
            <a:avLst>
              <a:gd name="adj" fmla="val 13011"/>
            </a:avLst>
          </a:prstGeom>
          <a:solidFill>
            <a:srgbClr val="111827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799927" y="3245793"/>
            <a:ext cx="68202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799927" y="3448943"/>
            <a:ext cx="68202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Ganas un torneo y te llevas 400 OC de premio. Con esas OC + las que ya tenias, te compras un beyblade de 2.000 OC en la store.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793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Torneo — Doble recompensa</a:t>
            </a:r>
            <a:endParaRPr lang="en-US" sz="2200" dirty="0"/>
          </a:p>
        </p:txBody>
      </p:sp>
      <p:pic>
        <p:nvPicPr>
          <p:cNvPr id="3" name="Image 0" descr="C:/Users/ariel/Desktop/go/copa-omega/docs/slides-ggo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53951"/>
            <a:ext cx="8254901" cy="38100"/>
          </a:xfrm>
          <a:prstGeom prst="rect">
            <a:avLst/>
          </a:prstGeom>
        </p:spPr>
      </p:pic>
      <p:pic>
        <p:nvPicPr>
          <p:cNvPr id="4" name="Image 1" descr="C:/Users/ariel/Desktop/go/copa-omega/docs/slides-ggo/assets/num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86" y="879277"/>
            <a:ext cx="330101" cy="3301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3570" y="857101"/>
            <a:ext cx="7755731" cy="374452"/>
          </a:xfrm>
          <a:prstGeom prst="roundRect">
            <a:avLst>
              <a:gd name="adj" fmla="val 27133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130796" y="968127"/>
            <a:ext cx="7528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inscribis con </a:t>
            </a:r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OC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 $5.000) — se pagan con </a:t>
            </a:r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con estrellas</a:t>
            </a:r>
            <a:endParaRPr lang="en-US" sz="1100" dirty="0"/>
          </a:p>
        </p:txBody>
      </p:sp>
      <p:pic>
        <p:nvPicPr>
          <p:cNvPr id="7" name="Image 2" descr="C:/Users/ariel/Desktop/go/copa-omega/docs/slides-ggo/assets/num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86" y="1329928"/>
            <a:ext cx="330101" cy="3301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3570" y="1307753"/>
            <a:ext cx="7755731" cy="374452"/>
          </a:xfrm>
          <a:prstGeom prst="roundRect">
            <a:avLst>
              <a:gd name="adj" fmla="val 27133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130796" y="1418779"/>
            <a:ext cx="7528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bladers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inscritos = pozo de </a:t>
            </a:r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OC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premios</a:t>
            </a:r>
            <a:endParaRPr lang="en-US" sz="1100" dirty="0"/>
          </a:p>
        </p:txBody>
      </p:sp>
      <p:pic>
        <p:nvPicPr>
          <p:cNvPr id="10" name="Image 3" descr="C:/Users/ariel/Desktop/go/copa-omega/docs/slides-ggo/assets/num-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86" y="2064693"/>
            <a:ext cx="330101" cy="3301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3570" y="1758404"/>
            <a:ext cx="7755731" cy="942677"/>
          </a:xfrm>
          <a:prstGeom prst="roundRect">
            <a:avLst>
              <a:gd name="adj" fmla="val 10778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1130796" y="1869430"/>
            <a:ext cx="7528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Premios en </a:t>
            </a:r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1308497" y="2098030"/>
            <a:ext cx="2374850" cy="492026"/>
          </a:xfrm>
          <a:prstGeom prst="roundRect">
            <a:avLst>
              <a:gd name="adj" fmla="val 20649"/>
            </a:avLst>
          </a:prstGeom>
          <a:solidFill>
            <a:srgbClr val="1A1D33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1459627" y="2193280"/>
            <a:ext cx="2072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1ro: Beyblade + OC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459627" y="2361456"/>
            <a:ext cx="2072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campeon se lleva todo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3810298" y="2098030"/>
            <a:ext cx="2101751" cy="492026"/>
          </a:xfrm>
          <a:prstGeom prst="roundRect">
            <a:avLst>
              <a:gd name="adj" fmla="val 20649"/>
            </a:avLst>
          </a:prstGeom>
          <a:solidFill>
            <a:srgbClr val="1A1D33"/>
          </a:solidFill>
          <a:ln w="9525">
            <a:solidFill>
              <a:srgbClr val="94A3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3954444" y="2183755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2do: OC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3954444" y="2351931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 premio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6038999" y="2098030"/>
            <a:ext cx="2101751" cy="492026"/>
          </a:xfrm>
          <a:prstGeom prst="roundRect">
            <a:avLst>
              <a:gd name="adj" fmla="val 20649"/>
            </a:avLst>
          </a:prstGeom>
          <a:solidFill>
            <a:srgbClr val="1A1D33"/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6183145" y="2183755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3ro: OC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183145" y="2351931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Tambien suma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44401" y="2828032"/>
            <a:ext cx="4051250" cy="536377"/>
          </a:xfrm>
          <a:prstGeom prst="roundRect">
            <a:avLst>
              <a:gd name="adj" fmla="val 18942"/>
            </a:avLst>
          </a:prstGeom>
          <a:solidFill>
            <a:srgbClr val="111827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94859" y="2939058"/>
            <a:ext cx="3750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 en el torneo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94859" y="3120033"/>
            <a:ext cx="3750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Pagas inscripcion y ganas premios en OC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648051" y="2828032"/>
            <a:ext cx="4051250" cy="536377"/>
          </a:xfrm>
          <a:prstGeom prst="roundRect">
            <a:avLst>
              <a:gd name="adj" fmla="val 18942"/>
            </a:avLst>
          </a:prstGeom>
          <a:solidFill>
            <a:srgbClr val="11182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798509" y="2939058"/>
            <a:ext cx="3750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ESTRELLAS en el torneo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798509" y="3120033"/>
            <a:ext cx="37503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Suben o bajan con cada victoria/derrota (ranking)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53901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Retos — Doble apuesta</a:t>
            </a:r>
            <a:endParaRPr lang="en-US" sz="2200" dirty="0"/>
          </a:p>
        </p:txBody>
      </p:sp>
      <p:pic>
        <p:nvPicPr>
          <p:cNvPr id="3" name="Image 0" descr="C:/Users/ariel/Desktop/go/copa-omega/docs/slides-ggo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28501"/>
            <a:ext cx="8254901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1498" y="857101"/>
            <a:ext cx="2603302" cy="1060103"/>
          </a:xfrm>
          <a:prstGeom prst="roundRect">
            <a:avLst>
              <a:gd name="adj" fmla="val 11980"/>
            </a:avLst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C:/Users/ariel/Desktop/go/copa-omega/docs/slides-ggo/assets/user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099" y="977652"/>
            <a:ext cx="330101" cy="3301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12110" y="1396603"/>
            <a:ext cx="2202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BLADER 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263515" y="1644253"/>
            <a:ext cx="3959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EST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751024" y="1644253"/>
            <a:ext cx="6137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+ 100 OC</a:t>
            </a:r>
            <a:endParaRPr lang="en-US" sz="1100" dirty="0"/>
          </a:p>
        </p:txBody>
      </p:sp>
      <p:pic>
        <p:nvPicPr>
          <p:cNvPr id="9" name="Image 2" descr="C:/Users/ariel/Desktop/go/copa-omega/docs/slides-ggo/assets/vs-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501" y="1107728"/>
            <a:ext cx="558701" cy="5587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8902" y="857101"/>
            <a:ext cx="2603302" cy="1060103"/>
          </a:xfrm>
          <a:prstGeom prst="roundRect">
            <a:avLst>
              <a:gd name="adj" fmla="val 11980"/>
            </a:avLst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C:/Users/ariel/Desktop/go/copa-omega/docs/slides-ggo/assets/user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503" y="977652"/>
            <a:ext cx="330101" cy="3301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29514" y="1396603"/>
            <a:ext cx="2202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BLADER B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780919" y="1644253"/>
            <a:ext cx="3959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EST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268428" y="1644253"/>
            <a:ext cx="6137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+ 100 OC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61852" y="2044154"/>
            <a:ext cx="8419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Apuestan estrellas (ranking) Y Omega Coins (plata) al mismo tiempo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44401" y="2313980"/>
            <a:ext cx="4038600" cy="876002"/>
          </a:xfrm>
          <a:prstGeom prst="roundRect">
            <a:avLst>
              <a:gd name="adj" fmla="val 11598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604701" y="2459980"/>
            <a:ext cx="371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GANADOR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04701" y="2707630"/>
            <a:ext cx="3718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estrellas</a:t>
            </a:r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(sube en ranking)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04701" y="2875806"/>
            <a:ext cx="3718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 OC</a:t>
            </a:r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(gana plata)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660702" y="2313980"/>
            <a:ext cx="4038600" cy="876002"/>
          </a:xfrm>
          <a:prstGeom prst="roundRect">
            <a:avLst>
              <a:gd name="adj" fmla="val 11598"/>
            </a:avLst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4821001" y="2459980"/>
            <a:ext cx="371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PERDEDOR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21001" y="2707630"/>
            <a:ext cx="3718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 estrellas</a:t>
            </a:r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(baja en ranking)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821001" y="2875806"/>
            <a:ext cx="3718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-100 OC</a:t>
            </a:r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(pierde plata)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61852" y="3316932"/>
            <a:ext cx="8419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"Apuestas separadas: tu ranking y tu billetera en juego"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ganan Omega Coins?</a:t>
            </a:r>
            <a:endParaRPr lang="en-US" sz="2200" dirty="0"/>
          </a:p>
        </p:txBody>
      </p:sp>
      <p:pic>
        <p:nvPicPr>
          <p:cNvPr id="3" name="Image 0" descr="C:/Users/ariel/Desktop/go/copa-omega/docs/slides-ggo/assets/accen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92051"/>
            <a:ext cx="8254901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920651"/>
            <a:ext cx="4171801" cy="552152"/>
          </a:xfrm>
          <a:prstGeom prst="roundRect">
            <a:avLst>
              <a:gd name="adj" fmla="val 18401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C:/Users/ariel/Desktop/go/copa-omega/docs/slides-ggo/assets/trophy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6" y="1031677"/>
            <a:ext cx="330101" cy="3301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8827" y="1045964"/>
            <a:ext cx="3432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GANAR UN TORNEO </a:t>
            </a:r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GRAN PREMIO en OC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88827" y="1214140"/>
            <a:ext cx="3432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campeon se lleva el pozo mas grande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743152" y="920651"/>
            <a:ext cx="4171801" cy="552152"/>
          </a:xfrm>
          <a:prstGeom prst="roundRect">
            <a:avLst>
              <a:gd name="adj" fmla="val 18401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C:/Users/ariel/Desktop/go/copa-omega/docs/slides-ggo/assets/swords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728" y="1031677"/>
            <a:ext cx="330101" cy="3301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87578" y="1045964"/>
            <a:ext cx="3432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GANAR UN RETO </a:t>
            </a:r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OC apostadas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387578" y="1214140"/>
            <a:ext cx="3432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llevas las OC que aposto tu rival (separado de estrellas)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44401" y="1561654"/>
            <a:ext cx="4171801" cy="552152"/>
          </a:xfrm>
          <a:prstGeom prst="roundRect">
            <a:avLst>
              <a:gd name="adj" fmla="val 18401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3" descr="C:/Users/ariel/Desktop/go/copa-omega/docs/slides-ggo/assets/star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76" y="1672679"/>
            <a:ext cx="330101" cy="3301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8827" y="1686967"/>
            <a:ext cx="3432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2do y 3er PUESTO </a:t>
            </a:r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Premio en OC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088827" y="1855143"/>
            <a:ext cx="3432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podio recibe recompensa en OC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743152" y="1561654"/>
            <a:ext cx="4171801" cy="552152"/>
          </a:xfrm>
          <a:prstGeom prst="roundRect">
            <a:avLst>
              <a:gd name="adj" fmla="val 18401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C:/Users/ariel/Desktop/go/copa-omega/docs/slides-ggo/assets/qr-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7728" y="1672679"/>
            <a:ext cx="330101" cy="33010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87578" y="1686967"/>
            <a:ext cx="3432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QR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+OC bonus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5387578" y="1855143"/>
            <a:ext cx="3432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por venir a la jornada ya sumas OC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444401" y="2202656"/>
            <a:ext cx="4171801" cy="552152"/>
          </a:xfrm>
          <a:prstGeom prst="roundRect">
            <a:avLst>
              <a:gd name="adj" fmla="val 18401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5" descr="C:/Users/ariel/Desktop/go/copa-omega/docs/slides-ggo/assets/shield-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976" y="2313682"/>
            <a:ext cx="330101" cy="33010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88827" y="2327970"/>
            <a:ext cx="3432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MISIONES SEMANALES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+OC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1088827" y="2496145"/>
            <a:ext cx="3432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especiales cada semana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4743152" y="2202656"/>
            <a:ext cx="4171801" cy="552152"/>
          </a:xfrm>
          <a:prstGeom prst="roundRect">
            <a:avLst>
              <a:gd name="adj" fmla="val 18401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6" descr="C:/Users/ariel/Desktop/go/copa-omega/docs/slides-ggo/assets/user-ic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7728" y="2313682"/>
            <a:ext cx="330101" cy="33010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87578" y="2327970"/>
            <a:ext cx="3432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TRAER UN AMIGO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+OC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5387578" y="2496145"/>
            <a:ext cx="3432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 a alguien nuevo y ganan los dos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444401" y="2843659"/>
            <a:ext cx="4171801" cy="552152"/>
          </a:xfrm>
          <a:prstGeom prst="roundRect">
            <a:avLst>
              <a:gd name="adj" fmla="val 18401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7" descr="C:/Users/ariel/Desktop/go/copa-omega/docs/slides-ggo/assets/fire-ic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976" y="2954685"/>
            <a:ext cx="330101" cy="33010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88827" y="2968972"/>
            <a:ext cx="3432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RACHA DE VICTORIAS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+OC bonus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1088827" y="3137148"/>
            <a:ext cx="3432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Ganar seguido te da OC extra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4743152" y="2843659"/>
            <a:ext cx="4171801" cy="552152"/>
          </a:xfrm>
          <a:prstGeom prst="roundRect">
            <a:avLst>
              <a:gd name="adj" fmla="val 18401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8" descr="C:/Users/ariel/Desktop/go/copa-omega/docs/slides-ggo/assets/coin-ico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7728" y="2954685"/>
            <a:ext cx="330101" cy="33010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387578" y="2968972"/>
            <a:ext cx="3432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DIRECTA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$ARS a OC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5387578" y="3137148"/>
            <a:ext cx="3432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queres empezar con ventaja, podes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Store — Solo con Omega Coins</a:t>
            </a:r>
            <a:endParaRPr lang="en-US" sz="2200" dirty="0"/>
          </a:p>
        </p:txBody>
      </p:sp>
      <p:pic>
        <p:nvPicPr>
          <p:cNvPr id="3" name="Image 0" descr="C:/Users/ariel/Desktop/go/copa-omega/docs/slides-ggo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92051"/>
            <a:ext cx="8254901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945952"/>
            <a:ext cx="84199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tus Omega Coins compras beyblades </a:t>
            </a:r>
            <a:pPr algn="l" indent="0" marL="0"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REALES</a:t>
            </a:r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(las estrellas NO se usan aca)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44401" y="1323677"/>
            <a:ext cx="1930450" cy="1590377"/>
          </a:xfrm>
          <a:prstGeom prst="roundRect">
            <a:avLst>
              <a:gd name="adj" fmla="val 7986"/>
            </a:avLst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C:/Users/ariel/Desktop/go/copa-omega/docs/slides-ggo/assets/store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951" y="1520428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782" y="2091928"/>
            <a:ext cx="15676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Beyblade Estandar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5782" y="2295079"/>
            <a:ext cx="15676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 OC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5782" y="2583954"/>
            <a:ext cx="1567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Beys individuales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552551" y="1323677"/>
            <a:ext cx="1930450" cy="1590377"/>
          </a:xfrm>
          <a:prstGeom prst="roundRect">
            <a:avLst>
              <a:gd name="adj" fmla="val 7986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Users/ariel/Desktop/go/copa-omega/docs/slides-ggo/assets/store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102" y="152042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33932" y="2091928"/>
            <a:ext cx="15676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Especiales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733932" y="2295079"/>
            <a:ext cx="15676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3.500 OC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733932" y="2583954"/>
            <a:ext cx="1567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Packs y ediciones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660702" y="1323677"/>
            <a:ext cx="1930450" cy="1590377"/>
          </a:xfrm>
          <a:prstGeom prst="roundRect">
            <a:avLst>
              <a:gd name="adj" fmla="val 7986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C:/Users/ariel/Desktop/go/copa-omega/docs/slides-ggo/assets/store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252" y="152042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42083" y="2091928"/>
            <a:ext cx="15676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Estadio Xtreme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842083" y="2295079"/>
            <a:ext cx="15676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OC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842083" y="2583954"/>
            <a:ext cx="1567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premio maximo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768852" y="1323677"/>
            <a:ext cx="1930450" cy="1590377"/>
          </a:xfrm>
          <a:prstGeom prst="roundRect">
            <a:avLst>
              <a:gd name="adj" fmla="val 7986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C:/Users/ariel/Desktop/go/copa-omega/docs/slides-ggo/assets/coin-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402" y="152042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50233" y="2091928"/>
            <a:ext cx="15676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Mix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950233" y="2295079"/>
            <a:ext cx="15676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 + $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950233" y="2583954"/>
            <a:ext cx="1567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plata + parte OC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44401" y="3091755"/>
            <a:ext cx="8254901" cy="374452"/>
          </a:xfrm>
          <a:prstGeom prst="roundRect">
            <a:avLst>
              <a:gd name="adj" fmla="val 27133"/>
            </a:avLst>
          </a:prstGeom>
          <a:solidFill>
            <a:srgbClr val="111827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78781" y="3202781"/>
            <a:ext cx="7986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Tambien podes pagar mix: parte plata + parte Omega Coins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361852" y="3593157"/>
            <a:ext cx="84199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"Ganalo en la arena, gastalo en la store"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793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consigo Omega Coins para empezar?</a:t>
            </a:r>
            <a:endParaRPr lang="en-US" sz="2200" dirty="0"/>
          </a:p>
        </p:txBody>
      </p:sp>
      <p:pic>
        <p:nvPicPr>
          <p:cNvPr id="3" name="Image 0" descr="C:/Users/ariel/Desktop/go/copa-omega/docs/slides-ggo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53951"/>
            <a:ext cx="8254901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907852"/>
            <a:ext cx="2616250" cy="1717477"/>
          </a:xfrm>
          <a:prstGeom prst="roundRect">
            <a:avLst>
              <a:gd name="adj" fmla="val 8873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44883" y="1155502"/>
            <a:ext cx="221528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4883" y="1641277"/>
            <a:ext cx="22152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4883" y="1980902"/>
            <a:ext cx="22152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Rapido, empezas ya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4883" y="2234803"/>
            <a:ext cx="2215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$1.000 = 100 OC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63801" y="907852"/>
            <a:ext cx="2616101" cy="1717477"/>
          </a:xfrm>
          <a:prstGeom prst="roundRect">
            <a:avLst>
              <a:gd name="adj" fmla="val 8873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64284" y="1155502"/>
            <a:ext cx="221513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464284" y="1641277"/>
            <a:ext cx="22151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64284" y="1980902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Inscribite al torneo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64284" y="2234803"/>
            <a:ext cx="22151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 y lleva el pozo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3052" y="907852"/>
            <a:ext cx="2616250" cy="1717477"/>
          </a:xfrm>
          <a:prstGeom prst="roundRect">
            <a:avLst>
              <a:gd name="adj" fmla="val 8873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283534" y="1155502"/>
            <a:ext cx="221528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283534" y="1641277"/>
            <a:ext cx="22152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83534" y="1980902"/>
            <a:ext cx="22152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Retos, misiones, check-in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83534" y="2234803"/>
            <a:ext cx="2215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solo por jugar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4401" y="2853928"/>
            <a:ext cx="8254901" cy="444401"/>
          </a:xfrm>
          <a:prstGeom prst="roundRect">
            <a:avLst>
              <a:gd name="adj" fmla="val 22862"/>
            </a:avLst>
          </a:prstGeom>
          <a:solidFill>
            <a:srgbClr val="111827"/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30546" y="2990404"/>
            <a:ext cx="7882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necesitas poner plata para tener OC — pero si queres empezar con </a:t>
            </a:r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podes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1852" y="3450729"/>
            <a:ext cx="8419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estrellas se consiguen ganando batallas — no se compran con plata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5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Valores (Omega Coins)</a:t>
            </a:r>
            <a:endParaRPr lang="en-US" sz="2200" dirty="0"/>
          </a:p>
        </p:txBody>
      </p:sp>
      <p:pic>
        <p:nvPicPr>
          <p:cNvPr id="3" name="Image 0" descr="C:/Users/ariel/Desktop/go/copa-omega/docs/slides-ggo/assets/accen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692051"/>
            <a:ext cx="812795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50" y="945952"/>
            <a:ext cx="8127950" cy="425351"/>
          </a:xfrm>
          <a:prstGeom prst="roundRect">
            <a:avLst>
              <a:gd name="adj" fmla="val 23886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11101" y="1072902"/>
            <a:ext cx="34458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67633" y="1072902"/>
            <a:ext cx="2215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OC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39333" y="1072902"/>
            <a:ext cx="2215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$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7950" y="1371302"/>
            <a:ext cx="8127950" cy="390525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07950" y="1757065"/>
            <a:ext cx="81279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1101" y="1485602"/>
            <a:ext cx="34458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Beyblade estandar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67633" y="1485602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39333" y="1485602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$25.000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7950" y="1761827"/>
            <a:ext cx="8127950" cy="39052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7950" y="2147590"/>
            <a:ext cx="81279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101" y="1876127"/>
            <a:ext cx="34458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especial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67633" y="1876127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3.500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39333" y="1876127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$40.000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7950" y="2152352"/>
            <a:ext cx="8127950" cy="390525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07950" y="2538115"/>
            <a:ext cx="81279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1101" y="2266652"/>
            <a:ext cx="34458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Estadio Xtreme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067633" y="2266652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39333" y="2266652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$120.000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7950" y="2542877"/>
            <a:ext cx="8127950" cy="39052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07950" y="2928640"/>
            <a:ext cx="81279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1101" y="2657177"/>
            <a:ext cx="34458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Inscripcion torneo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067633" y="2657177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39333" y="2657177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$5.000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7950" y="2933402"/>
            <a:ext cx="8127950" cy="390525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507950" y="3319165"/>
            <a:ext cx="81279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1101" y="3047702"/>
            <a:ext cx="34458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premium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067633" y="3047702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239333" y="3047702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 OC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7950" y="3323927"/>
            <a:ext cx="8127950" cy="390525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507950" y="3709690"/>
            <a:ext cx="812795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1101" y="3438227"/>
            <a:ext cx="34458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Titulo custom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067633" y="3438227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239333" y="3438227"/>
            <a:ext cx="2215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 OC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199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del Juego</a:t>
            </a:r>
            <a:endParaRPr lang="en-US" sz="2200" dirty="0"/>
          </a:p>
        </p:txBody>
      </p:sp>
      <p:pic>
        <p:nvPicPr>
          <p:cNvPr id="3" name="Image 0" descr="C:/Users/ariel/Desktop/go/copa-omega/docs/slides-ggo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92051"/>
            <a:ext cx="8254901" cy="38100"/>
          </a:xfrm>
          <a:prstGeom prst="rect">
            <a:avLst/>
          </a:prstGeom>
        </p:spPr>
      </p:pic>
      <p:pic>
        <p:nvPicPr>
          <p:cNvPr id="4" name="Image 1" descr="C:/Users/ariel/Desktop/go/copa-omega/docs/slides-ggo/assets/shield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07" y="980926"/>
            <a:ext cx="330101" cy="3301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3513" y="945952"/>
            <a:ext cx="7735788" cy="400050"/>
          </a:xfrm>
          <a:prstGeom prst="roundRect">
            <a:avLst>
              <a:gd name="adj" fmla="val 25397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176189" y="1069777"/>
            <a:ext cx="74566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Estrellas y OC son </a:t>
            </a:r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separados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NUNCA se convierten entre si</a:t>
            </a:r>
            <a:endParaRPr lang="en-US" sz="1100" dirty="0"/>
          </a:p>
        </p:txBody>
      </p:sp>
      <p:pic>
        <p:nvPicPr>
          <p:cNvPr id="7" name="Image 2" descr="C:/Users/ariel/Desktop/go/copa-omega/docs/slides-ggo/assets/shield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7" y="1469827"/>
            <a:ext cx="330101" cy="3301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3513" y="1434852"/>
            <a:ext cx="7735788" cy="400050"/>
          </a:xfrm>
          <a:prstGeom prst="roundRect">
            <a:avLst>
              <a:gd name="adj" fmla="val 25397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176189" y="1558677"/>
            <a:ext cx="74566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OC </a:t>
            </a:r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pueden transferir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jugadores (anti-trampa)</a:t>
            </a:r>
            <a:endParaRPr lang="en-US" sz="1100" dirty="0"/>
          </a:p>
        </p:txBody>
      </p:sp>
      <p:pic>
        <p:nvPicPr>
          <p:cNvPr id="10" name="Image 3" descr="C:/Users/ariel/Desktop/go/copa-omega/docs/slides-ggo/assets/shield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07" y="1958727"/>
            <a:ext cx="330101" cy="3301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3513" y="1923752"/>
            <a:ext cx="7735788" cy="400050"/>
          </a:xfrm>
          <a:prstGeom prst="roundRect">
            <a:avLst>
              <a:gd name="adj" fmla="val 25397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1176189" y="2047577"/>
            <a:ext cx="74566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retos son </a:t>
            </a:r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oficiales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 registran en la app con ambas apuestas</a:t>
            </a:r>
            <a:endParaRPr lang="en-US" sz="1100" dirty="0"/>
          </a:p>
        </p:txBody>
      </p:sp>
      <p:pic>
        <p:nvPicPr>
          <p:cNvPr id="13" name="Image 4" descr="C:/Users/ariel/Desktop/go/copa-omega/docs/slides-ggo/assets/shield-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707" y="2447627"/>
            <a:ext cx="330101" cy="3301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3513" y="2412653"/>
            <a:ext cx="7735788" cy="400050"/>
          </a:xfrm>
          <a:prstGeom prst="roundRect">
            <a:avLst>
              <a:gd name="adj" fmla="val 25397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1176189" y="2536478"/>
            <a:ext cx="74566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apostas, apostas — </a:t>
            </a:r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devolucion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(ni de estrellas ni de OC)</a:t>
            </a:r>
            <a:endParaRPr lang="en-US" sz="1100" dirty="0"/>
          </a:p>
        </p:txBody>
      </p:sp>
      <p:pic>
        <p:nvPicPr>
          <p:cNvPr id="16" name="Image 5" descr="C:/Users/ariel/Desktop/go/copa-omega/docs/slides-ggo/assets/star-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707" y="2936528"/>
            <a:ext cx="330101" cy="33010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3513" y="2901553"/>
            <a:ext cx="7735788" cy="400050"/>
          </a:xfrm>
          <a:prstGeom prst="roundRect">
            <a:avLst>
              <a:gd name="adj" fmla="val 25397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1176189" y="3025378"/>
            <a:ext cx="74566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 estrellas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los seeds del torneo</a:t>
            </a:r>
            <a:endParaRPr lang="en-US" sz="1100" dirty="0"/>
          </a:p>
        </p:txBody>
      </p:sp>
      <p:pic>
        <p:nvPicPr>
          <p:cNvPr id="19" name="Image 6" descr="C:/Users/ariel/Desktop/go/copa-omega/docs/slides-ggo/assets/coin-ic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707" y="3425428"/>
            <a:ext cx="330101" cy="33010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63513" y="3390454"/>
            <a:ext cx="7735788" cy="400050"/>
          </a:xfrm>
          <a:prstGeom prst="roundRect">
            <a:avLst>
              <a:gd name="adj" fmla="val 25397"/>
            </a:avLst>
          </a:prstGeom>
          <a:solidFill>
            <a:srgbClr val="111827"/>
          </a:solidFill>
          <a:ln w="952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1176189" y="3514279"/>
            <a:ext cx="74566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OC se </a:t>
            </a:r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acumulan sin limite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guarda todas las que quieras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444401" y="3968204"/>
            <a:ext cx="8254901" cy="581025"/>
          </a:xfrm>
          <a:prstGeom prst="roundRect">
            <a:avLst>
              <a:gd name="adj" fmla="val 17486"/>
            </a:avLst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4"/>
          <p:cNvSpPr/>
          <p:nvPr/>
        </p:nvSpPr>
        <p:spPr>
          <a:xfrm>
            <a:off x="640262" y="4139654"/>
            <a:ext cx="7863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"Juga limpio, competi fuerte"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riel/Desktop/go/copa-omega/docs/slides-ggo/assets/rocket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767060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79604" y="1656011"/>
            <a:ext cx="378464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PRONTO</a:t>
            </a:r>
            <a:endParaRPr lang="en-US" sz="4000" dirty="0"/>
          </a:p>
        </p:txBody>
      </p:sp>
      <p:pic>
        <p:nvPicPr>
          <p:cNvPr id="4" name="Image 1" descr="C:/Users/ariel/Desktop/go/copa-omega/docs/slides-ggo/assets/accent-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40186"/>
            <a:ext cx="3810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32790" y="2655987"/>
            <a:ext cx="10784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Registrate en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665119" y="2967038"/>
            <a:ext cx="18137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bladers-sf.vercel.app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583146" y="3278088"/>
            <a:ext cx="19775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Seguinos en @bladers.sfe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2550265" y="3732014"/>
            <a:ext cx="40434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"Preparate para que cada batalla cuente"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748157" y="4224040"/>
            <a:ext cx="16475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 OMEGA STAR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Estrellas y Omega Coins - Guia para Bladers</dc:title>
  <dc:subject>Sistemas de Juego Copa Omega Star</dc:subject>
  <dc:creator>Bladers Santa Fe</dc:creator>
  <cp:lastModifiedBy>Bladers Santa Fe</cp:lastModifiedBy>
  <cp:revision>1</cp:revision>
  <dcterms:created xsi:type="dcterms:W3CDTF">2026-03-23T18:00:23Z</dcterms:created>
  <dcterms:modified xsi:type="dcterms:W3CDTF">2026-03-23T18:00:23Z</dcterms:modified>
</cp:coreProperties>
</file>