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3.png"/><Relationship Id="rId7" Type="http://schemas.openxmlformats.org/officeDocument/2006/relationships/image" Target="../media/image-8-4.png"/><Relationship Id="rId8" Type="http://schemas.openxmlformats.org/officeDocument/2006/relationships/image" Target="../media/image-8-4.png"/><Relationship Id="rId9" Type="http://schemas.openxmlformats.org/officeDocument/2006/relationships/image" Target="../media/image-8-3.png"/><Relationship Id="rId10" Type="http://schemas.openxmlformats.org/officeDocument/2006/relationships/image" Target="../media/image-8-5.png"/><Relationship Id="rId11" Type="http://schemas.openxmlformats.org/officeDocument/2006/relationships/image" Target="../media/image-8-5.png"/><Relationship Id="rId12" Type="http://schemas.openxmlformats.org/officeDocument/2006/relationships/image" Target="../media/image-8-4.png"/><Relationship Id="rId13" Type="http://schemas.openxmlformats.org/officeDocument/2006/relationships/image" Target="../media/image-8-3.png"/><Relationship Id="rId14" Type="http://schemas.openxmlformats.org/officeDocument/2006/relationships/image" Target="../media/image-8-5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riel/Desktop/go/copa-omega/docs/slides-beygames/assets/swords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646" y="1186011"/>
            <a:ext cx="558701" cy="558701"/>
          </a:xfrm>
          <a:prstGeom prst="rect">
            <a:avLst/>
          </a:prstGeom>
        </p:spPr>
      </p:pic>
      <p:pic>
        <p:nvPicPr>
          <p:cNvPr id="3" name="Image 1" descr="C:/Users/ariel/Desktop/go/copa-omega/docs/slides-beygames/assets/beypet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047" y="1186011"/>
            <a:ext cx="558701" cy="558701"/>
          </a:xfrm>
          <a:prstGeom prst="rect">
            <a:avLst/>
          </a:prstGeom>
        </p:spPr>
      </p:pic>
      <p:pic>
        <p:nvPicPr>
          <p:cNvPr id="4" name="Image 2" descr="C:/Users/ariel/Desktop/go/copa-omega/docs/slides-beygames/assets/gacha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449" y="1186011"/>
            <a:ext cx="558701" cy="558701"/>
          </a:xfrm>
          <a:prstGeom prst="rect">
            <a:avLst/>
          </a:prstGeom>
        </p:spPr>
      </p:pic>
      <p:pic>
        <p:nvPicPr>
          <p:cNvPr id="5" name="Image 3" descr="C:/Users/ariel/Desktop/go/copa-omega/docs/slides-beygames/assets/coliseum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850" y="1186011"/>
            <a:ext cx="558701" cy="558701"/>
          </a:xfrm>
          <a:prstGeom prst="rect">
            <a:avLst/>
          </a:prstGeom>
        </p:spPr>
      </p:pic>
      <p:pic>
        <p:nvPicPr>
          <p:cNvPr id="6" name="Image 4" descr="C:/Users/ariel/Desktop/go/copa-omega/docs/slides-beygames/assets/card-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7252" y="1186011"/>
            <a:ext cx="558701" cy="558701"/>
          </a:xfrm>
          <a:prstGeom prst="rect">
            <a:avLst/>
          </a:prstGeom>
        </p:spPr>
      </p:pic>
      <p:pic>
        <p:nvPicPr>
          <p:cNvPr id="7" name="Image 5" descr="C:/Users/ariel/Desktop/go/copa-omega/docs/slides-beygames/assets/gear-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3654" y="1186011"/>
            <a:ext cx="558701" cy="558701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707840" y="1947863"/>
            <a:ext cx="372817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BEYGAMES</a:t>
            </a:r>
            <a:endParaRPr lang="en-US" sz="4400" dirty="0"/>
          </a:p>
        </p:txBody>
      </p:sp>
      <p:sp>
        <p:nvSpPr>
          <p:cNvPr id="9" name="Text 1"/>
          <p:cNvSpPr/>
          <p:nvPr/>
        </p:nvSpPr>
        <p:spPr>
          <a:xfrm>
            <a:off x="3528191" y="2636788"/>
            <a:ext cx="20876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MODOS DE JUEGO</a:t>
            </a:r>
            <a:endParaRPr lang="en-US" sz="1300" dirty="0"/>
          </a:p>
        </p:txBody>
      </p:sp>
      <p:pic>
        <p:nvPicPr>
          <p:cNvPr id="10" name="Image 6" descr="C:/Users/ariel/Desktop/go/copa-omega/docs/slides-beygames/assets/accent-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1950" y="3039963"/>
            <a:ext cx="5079950" cy="381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2775088" y="3281214"/>
            <a:ext cx="35938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 Omega Star — Bladers Santa Fe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2658654" y="3747939"/>
            <a:ext cx="38266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4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"Nuevas formas de competir, ganar y divertirse"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852" y="177701"/>
            <a:ext cx="84199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NUEVOS MODOS DE JUEGO</a:t>
            </a:r>
            <a:endParaRPr lang="en-US" sz="2400" dirty="0"/>
          </a:p>
        </p:txBody>
      </p:sp>
      <p:pic>
        <p:nvPicPr>
          <p:cNvPr id="3" name="Image 0" descr="C:/Users/ariel/Desktop/go/copa-omega/docs/slides-beygames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351" y="568226"/>
            <a:ext cx="57150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9801" y="758726"/>
            <a:ext cx="2768501" cy="1199852"/>
          </a:xfrm>
          <a:prstGeom prst="roundRect">
            <a:avLst>
              <a:gd name="adj" fmla="val 10585"/>
            </a:avLst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C:/Users/ariel/Desktop/go/copa-omega/docs/slides-beygames/assets/beypet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701" y="904726"/>
            <a:ext cx="558701" cy="5587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39114" y="1514177"/>
            <a:ext cx="569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BEYPET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2653153" y="1679228"/>
            <a:ext cx="9417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mascota digital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635252" y="758726"/>
            <a:ext cx="2768501" cy="1199852"/>
          </a:xfrm>
          <a:prstGeom prst="roundRect">
            <a:avLst>
              <a:gd name="adj" fmla="val 10585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C:/Users/ariel/Desktop/go/copa-omega/docs/slides-beygames/assets/swords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152" y="904726"/>
            <a:ext cx="558701" cy="5587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83744" y="1514177"/>
            <a:ext cx="1271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BATTLE 3v3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484694" y="1679228"/>
            <a:ext cx="1069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equipo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739801" y="2085529"/>
            <a:ext cx="2768501" cy="1199852"/>
          </a:xfrm>
          <a:prstGeom prst="roundRect">
            <a:avLst>
              <a:gd name="adj" fmla="val 10585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3" descr="C:/Users/ariel/Desktop/go/copa-omega/docs/slides-beygames/assets/gacha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701" y="2231529"/>
            <a:ext cx="558701" cy="5587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16456" y="2840980"/>
            <a:ext cx="815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BEYGACHA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2722224" y="3006030"/>
            <a:ext cx="803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 random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635252" y="2085529"/>
            <a:ext cx="2768501" cy="1199852"/>
          </a:xfrm>
          <a:prstGeom prst="roundRect">
            <a:avLst>
              <a:gd name="adj" fmla="val 10585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C:/Users/ariel/Desktop/go/copa-omega/docs/slides-beygames/assets/gear-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152" y="2231529"/>
            <a:ext cx="558701" cy="55870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88225" y="2840980"/>
            <a:ext cx="8625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643634" y="3006030"/>
            <a:ext cx="751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 combos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739801" y="3412331"/>
            <a:ext cx="2768501" cy="1199852"/>
          </a:xfrm>
          <a:prstGeom prst="roundRect">
            <a:avLst>
              <a:gd name="adj" fmla="val 10585"/>
            </a:avLst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5" descr="C:/Users/ariel/Desktop/go/copa-omega/docs/slides-beygames/assets/coliseum-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4701" y="3558332"/>
            <a:ext cx="558701" cy="55870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803441" y="4167783"/>
            <a:ext cx="641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COLISEO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2456416" y="4332833"/>
            <a:ext cx="1335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Royale 8 jugadores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4635252" y="3412331"/>
            <a:ext cx="2768501" cy="1199852"/>
          </a:xfrm>
          <a:prstGeom prst="roundRect">
            <a:avLst>
              <a:gd name="adj" fmla="val 10585"/>
            </a:avLst>
          </a:prstGeom>
          <a:solidFill>
            <a:srgbClr val="111827"/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6" descr="C:/Users/ariel/Desktop/go/copa-omega/docs/slides-beygames/assets/card-ic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0152" y="3558332"/>
            <a:ext cx="558701" cy="55870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292813" y="4167783"/>
            <a:ext cx="14533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CARTAS DE BLADER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5545265" y="4332833"/>
            <a:ext cx="94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identidad unica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506587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760488"/>
            <a:ext cx="518154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BEYPET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2335113"/>
            <a:ext cx="51815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Bestia Digital</a:t>
            </a:r>
            <a:endParaRPr lang="en-US" sz="2000" dirty="0"/>
          </a:p>
        </p:txBody>
      </p:sp>
      <p:pic>
        <p:nvPicPr>
          <p:cNvPr id="5" name="Image 0" descr="C:/Users/ariel/Desktop/go/copa-omega/docs/slides-beygames/assets/accent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2782788"/>
            <a:ext cx="3810000" cy="38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901" y="3024039"/>
            <a:ext cx="51815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Cuidalo, entrenalo, hacelo pelear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4901" y="3465314"/>
            <a:ext cx="518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tu beyblade real</a:t>
            </a:r>
            <a:endParaRPr lang="en-US" sz="1200" dirty="0"/>
          </a:p>
        </p:txBody>
      </p:sp>
      <p:pic>
        <p:nvPicPr>
          <p:cNvPr id="8" name="Image 1" descr="C:/Users/ariel/Desktop/go/copa-omega/docs/slides-beygames/assets/beypet-crea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702" y="1301800"/>
            <a:ext cx="2539901" cy="2539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79350"/>
            <a:ext cx="84199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BEYPET — Detalles</a:t>
            </a:r>
            <a:endParaRPr lang="en-US" sz="2000" dirty="0"/>
          </a:p>
        </p:txBody>
      </p:sp>
      <p:pic>
        <p:nvPicPr>
          <p:cNvPr id="3" name="Image 0" descr="C:/Users/ariel/Desktop/go/copa-omega/docs/slides-beygames/assets/accent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12725"/>
            <a:ext cx="8254901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866626"/>
            <a:ext cx="4025801" cy="2018705"/>
          </a:xfrm>
          <a:prstGeom prst="roundRect">
            <a:avLst>
              <a:gd name="adj" fmla="val 6291"/>
            </a:avLst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C:/Users/ariel/Desktop/go/copa-omega/docs/slides-beygames/assets/beypet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52" y="1038076"/>
            <a:ext cx="304800" cy="30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7452" y="1090464"/>
            <a:ext cx="9792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BeySpirit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41152" y="1444377"/>
            <a:ext cx="3632299" cy="12695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tu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beyblade principal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niveles: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Rookie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Evoluciona mientras mas competas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peleas en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dias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pierde nivel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diario = alimentarlo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673352" y="866626"/>
            <a:ext cx="4025801" cy="2018705"/>
          </a:xfrm>
          <a:prstGeom prst="roundRect">
            <a:avLst>
              <a:gd name="adj" fmla="val 6291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C:/Users/ariel/Desktop/go/copa-omega/docs/slides-beygames/assets/swords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103" y="1038076"/>
            <a:ext cx="304800" cy="304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76404" y="1090464"/>
            <a:ext cx="15068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Batallas de BeyPet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870103" y="1444377"/>
            <a:ext cx="3632299" cy="12695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Pelea tu mascota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otra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Aposta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Stats: ATK / DEF / STA basados en tu bey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importa (alimentar = poder)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Ganar =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+XP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OC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44401" y="3037731"/>
            <a:ext cx="8254901" cy="374452"/>
          </a:xfrm>
          <a:prstGeom prst="roundRect">
            <a:avLst>
              <a:gd name="adj" fmla="val 27133"/>
            </a:avLst>
          </a:prstGeom>
          <a:solidFill>
            <a:srgbClr val="11182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52822" y="3148757"/>
            <a:ext cx="80380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mascota refleja tu actividad real como blader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852" y="228600"/>
            <a:ext cx="84199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BEYPET — Pantalla de Juego</a:t>
            </a:r>
            <a:endParaRPr lang="en-US" sz="1600" dirty="0"/>
          </a:p>
        </p:txBody>
      </p:sp>
      <p:pic>
        <p:nvPicPr>
          <p:cNvPr id="3" name="Image 0" descr="C:/Users/ariel/Desktop/go/copa-omega/docs/slides-beygames/assets/accent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802" y="504825"/>
            <a:ext cx="507995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669875"/>
            <a:ext cx="8254901" cy="2904679"/>
          </a:xfrm>
          <a:prstGeom prst="roundRect">
            <a:avLst>
              <a:gd name="adj" fmla="val 6121"/>
            </a:avLst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C:/Users/ariel/Desktop/go/copa-omega/docs/slides-beygames/assets/beypet-crea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69" y="866626"/>
            <a:ext cx="2031950" cy="2031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69315" y="2949327"/>
            <a:ext cx="12792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 SPIRIT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556378" y="3184178"/>
            <a:ext cx="7051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430786" y="884039"/>
            <a:ext cx="518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ATK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014936" y="866626"/>
            <a:ext cx="2920901" cy="177701"/>
          </a:xfrm>
          <a:prstGeom prst="roundRect">
            <a:avLst>
              <a:gd name="adj" fmla="val 285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014936" y="866626"/>
            <a:ext cx="2184350" cy="177701"/>
          </a:xfrm>
          <a:prstGeom prst="roundRect">
            <a:avLst>
              <a:gd name="adj" fmla="val 2858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012037" y="884039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430786" y="1137940"/>
            <a:ext cx="518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014936" y="1120527"/>
            <a:ext cx="2920901" cy="177701"/>
          </a:xfrm>
          <a:prstGeom prst="roundRect">
            <a:avLst>
              <a:gd name="adj" fmla="val 285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14936" y="1120527"/>
            <a:ext cx="1752600" cy="177701"/>
          </a:xfrm>
          <a:prstGeom prst="roundRect">
            <a:avLst>
              <a:gd name="adj" fmla="val 2858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012037" y="1137940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30786" y="1391841"/>
            <a:ext cx="518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014936" y="1374428"/>
            <a:ext cx="2920901" cy="177701"/>
          </a:xfrm>
          <a:prstGeom prst="roundRect">
            <a:avLst>
              <a:gd name="adj" fmla="val 285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014936" y="1374428"/>
            <a:ext cx="2489150" cy="177701"/>
          </a:xfrm>
          <a:prstGeom prst="roundRect">
            <a:avLst>
              <a:gd name="adj" fmla="val 2858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012037" y="1391841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430786" y="1755279"/>
            <a:ext cx="5173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Energia: 80 / 100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430786" y="1948904"/>
            <a:ext cx="3555950" cy="177701"/>
          </a:xfrm>
          <a:prstGeom prst="roundRect">
            <a:avLst>
              <a:gd name="adj" fmla="val 285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430786" y="1948904"/>
            <a:ext cx="2844701" cy="177701"/>
          </a:xfrm>
          <a:prstGeom prst="roundRect">
            <a:avLst>
              <a:gd name="adj" fmla="val 2858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430786" y="2253555"/>
            <a:ext cx="5173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XP: 150 / 300 (Champion)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430786" y="2447181"/>
            <a:ext cx="3555950" cy="177701"/>
          </a:xfrm>
          <a:prstGeom prst="roundRect">
            <a:avLst>
              <a:gd name="adj" fmla="val 285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430786" y="2447181"/>
            <a:ext cx="1777901" cy="177701"/>
          </a:xfrm>
          <a:prstGeom prst="roundRect">
            <a:avLst>
              <a:gd name="adj" fmla="val 2858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430786" y="2802582"/>
            <a:ext cx="1319659" cy="355402"/>
          </a:xfrm>
          <a:prstGeom prst="roundRect">
            <a:avLst>
              <a:gd name="adj" fmla="val 2858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676568" y="2904083"/>
            <a:ext cx="8280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ALIMENTAR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902845" y="2802582"/>
            <a:ext cx="1609576" cy="355402"/>
          </a:xfrm>
          <a:prstGeom prst="roundRect">
            <a:avLst>
              <a:gd name="adj" fmla="val 2858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145728" y="2904083"/>
            <a:ext cx="11238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PELEA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61852" y="3650754"/>
            <a:ext cx="8419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conceptual — interfaz dentro de la app Copa Omega Star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478012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731913"/>
            <a:ext cx="518154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BATTLE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2306538"/>
            <a:ext cx="51815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vs 3</a:t>
            </a:r>
            <a:endParaRPr lang="en-US" sz="2400" dirty="0"/>
          </a:p>
        </p:txBody>
      </p:sp>
      <p:pic>
        <p:nvPicPr>
          <p:cNvPr id="5" name="Image 0" descr="C:/Users/ariel/Desktop/go/copa-omega/docs/slides-beygames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2811363"/>
            <a:ext cx="3810000" cy="38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901" y="3052614"/>
            <a:ext cx="51815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 tu deck, elegi tu estrategia, domina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4901" y="3493889"/>
            <a:ext cx="518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3 con apuestas</a:t>
            </a:r>
            <a:endParaRPr lang="en-US" sz="1200" dirty="0"/>
          </a:p>
        </p:txBody>
      </p:sp>
      <p:pic>
        <p:nvPicPr>
          <p:cNvPr id="8" name="Image 1" descr="C:/Users/ariel/Desktop/go/copa-omega/docs/slides-beygames/assets/swords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653" y="142875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79350"/>
            <a:ext cx="84199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BATTLE — Como Funciona</a:t>
            </a:r>
            <a:endParaRPr lang="en-US" sz="2000" dirty="0"/>
          </a:p>
        </p:txBody>
      </p:sp>
      <p:pic>
        <p:nvPicPr>
          <p:cNvPr id="3" name="Image 0" descr="C:/Users/ariel/Desktop/go/copa-omega/docs/slides-beygames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612725"/>
            <a:ext cx="8254901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55558" y="866626"/>
            <a:ext cx="7723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JUGADOR 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930598" y="1136452"/>
            <a:ext cx="2222302" cy="472976"/>
          </a:xfrm>
          <a:prstGeom prst="roundRect">
            <a:avLst>
              <a:gd name="adj" fmla="val 21481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135020" y="1231702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 #1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135020" y="1371302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 Edge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930598" y="1685627"/>
            <a:ext cx="2222302" cy="472976"/>
          </a:xfrm>
          <a:prstGeom prst="roundRect">
            <a:avLst>
              <a:gd name="adj" fmla="val 21481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35020" y="1780877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 #2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135020" y="1920478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Dran Sword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930598" y="2234803"/>
            <a:ext cx="2222302" cy="472976"/>
          </a:xfrm>
          <a:prstGeom prst="roundRect">
            <a:avLst>
              <a:gd name="adj" fmla="val 21481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135020" y="2330053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 #3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135020" y="2469654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Wing</a:t>
            </a:r>
            <a:endParaRPr lang="en-US" sz="1000" dirty="0"/>
          </a:p>
        </p:txBody>
      </p:sp>
      <p:pic>
        <p:nvPicPr>
          <p:cNvPr id="14" name="Image 1" descr="C:/Users/ariel/Desktop/go/copa-omega/docs/slides-beygames/assets/vs-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401" y="1469678"/>
            <a:ext cx="634901" cy="6349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3333" y="866626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JUGADOR B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90802" y="1136452"/>
            <a:ext cx="2222302" cy="472976"/>
          </a:xfrm>
          <a:prstGeom prst="roundRect">
            <a:avLst>
              <a:gd name="adj" fmla="val 21481"/>
            </a:avLst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195224" y="1231702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 #1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195224" y="1371302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Cobalt Drake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990802" y="1685627"/>
            <a:ext cx="2222302" cy="472976"/>
          </a:xfrm>
          <a:prstGeom prst="roundRect">
            <a:avLst>
              <a:gd name="adj" fmla="val 21481"/>
            </a:avLst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195224" y="1780877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 #2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195224" y="1920478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Tyranno Beat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990802" y="2234803"/>
            <a:ext cx="2222302" cy="472976"/>
          </a:xfrm>
          <a:prstGeom prst="roundRect">
            <a:avLst>
              <a:gd name="adj" fmla="val 21481"/>
            </a:avLst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195224" y="2330053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 #3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195224" y="2469654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Hells Scythe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44401" y="2885480"/>
            <a:ext cx="8254901" cy="1888629"/>
          </a:xfrm>
          <a:prstGeom prst="roundRect">
            <a:avLst>
              <a:gd name="adj" fmla="val 6724"/>
            </a:avLst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66601" y="3056930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66601" y="3333155"/>
            <a:ext cx="7810500" cy="12695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beyblades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como tu deck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Desafia a otro blader a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3v3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3: tu bey 1 vs su bey 1, etc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Aposta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Coins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el match completo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Estrategia: pones tu mejor bey primero o lo guardas?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852" y="228600"/>
            <a:ext cx="84199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BATTLE — Match en Curso</a:t>
            </a:r>
            <a:endParaRPr lang="en-US" sz="1600" dirty="0"/>
          </a:p>
        </p:txBody>
      </p:sp>
      <p:pic>
        <p:nvPicPr>
          <p:cNvPr id="3" name="Image 0" descr="C:/Users/ariel/Desktop/go/copa-omega/docs/slides-beygames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802" y="504825"/>
            <a:ext cx="507995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669875"/>
            <a:ext cx="8254901" cy="2774454"/>
          </a:xfrm>
          <a:prstGeom prst="roundRect">
            <a:avLst>
              <a:gd name="adj" fmla="val 6408"/>
            </a:avLst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42370" y="909489"/>
            <a:ext cx="5644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76712" y="866626"/>
            <a:ext cx="7603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03193" y="909489"/>
            <a:ext cx="6101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2051" y="1342876"/>
            <a:ext cx="2961680" cy="418802"/>
          </a:xfrm>
          <a:prstGeom prst="roundRect">
            <a:avLst>
              <a:gd name="adj" fmla="val 24260"/>
            </a:avLst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63501" y="1485602"/>
            <a:ext cx="1490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1151" y="1476077"/>
            <a:ext cx="13061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 Edge 4-55LO</a:t>
            </a:r>
            <a:endParaRPr lang="en-US" sz="1100" dirty="0"/>
          </a:p>
        </p:txBody>
      </p:sp>
      <p:pic>
        <p:nvPicPr>
          <p:cNvPr id="11" name="Image 1" descr="C:/Users/ariel/Desktop/go/copa-omega/docs/slides-beygames/assets/check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169" y="1463427"/>
            <a:ext cx="177701" cy="1777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051" y="1863179"/>
            <a:ext cx="2961680" cy="418802"/>
          </a:xfrm>
          <a:prstGeom prst="roundRect">
            <a:avLst>
              <a:gd name="adj" fmla="val 24260"/>
            </a:avLst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863501" y="2005905"/>
            <a:ext cx="1490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1151" y="1996380"/>
            <a:ext cx="12109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Dran Sword 3-60F</a:t>
            </a:r>
            <a:endParaRPr lang="en-US" sz="1100" dirty="0"/>
          </a:p>
        </p:txBody>
      </p:sp>
      <p:pic>
        <p:nvPicPr>
          <p:cNvPr id="15" name="Image 2" descr="C:/Users/ariel/Desktop/go/copa-omega/docs/slides-beygames/assets/x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854" y="1983730"/>
            <a:ext cx="177701" cy="1777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2051" y="2383482"/>
            <a:ext cx="2961680" cy="418802"/>
          </a:xfrm>
          <a:prstGeom prst="roundRect">
            <a:avLst>
              <a:gd name="adj" fmla="val 24260"/>
            </a:avLst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863501" y="2526209"/>
            <a:ext cx="1490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11151" y="2516684"/>
            <a:ext cx="14706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Wing 9-70HN</a:t>
            </a:r>
            <a:endParaRPr lang="en-US" sz="1100" dirty="0"/>
          </a:p>
        </p:txBody>
      </p:sp>
      <p:pic>
        <p:nvPicPr>
          <p:cNvPr id="19" name="Image 3" descr="C:/Users/ariel/Desktop/go/copa-omega/docs/slides-beygames/assets/question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4498" y="2504033"/>
            <a:ext cx="177701" cy="1777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11658" y="1469827"/>
            <a:ext cx="5203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1</a:t>
            </a:r>
            <a:endParaRPr lang="en-US" sz="900" dirty="0"/>
          </a:p>
        </p:txBody>
      </p:sp>
      <p:pic>
        <p:nvPicPr>
          <p:cNvPr id="21" name="Image 4" descr="C:/Users/ariel/Desktop/go/copa-omega/docs/slides-beygames/assets/check-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0601" y="1679377"/>
            <a:ext cx="203150" cy="203150"/>
          </a:xfrm>
          <a:prstGeom prst="rect">
            <a:avLst/>
          </a:prstGeom>
        </p:spPr>
      </p:pic>
      <p:pic>
        <p:nvPicPr>
          <p:cNvPr id="22" name="Image 5" descr="C:/Users/ariel/Desktop/go/copa-omega/docs/slides-beygames/assets/x-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9951" y="1679377"/>
            <a:ext cx="203150" cy="2031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311658" y="1958727"/>
            <a:ext cx="5203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2</a:t>
            </a:r>
            <a:endParaRPr lang="en-US" sz="900" dirty="0"/>
          </a:p>
        </p:txBody>
      </p:sp>
      <p:pic>
        <p:nvPicPr>
          <p:cNvPr id="24" name="Image 6" descr="C:/Users/ariel/Desktop/go/copa-omega/docs/slides-beygames/assets/x-ic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601" y="2168277"/>
            <a:ext cx="203150" cy="203150"/>
          </a:xfrm>
          <a:prstGeom prst="rect">
            <a:avLst/>
          </a:prstGeom>
        </p:spPr>
      </p:pic>
      <p:pic>
        <p:nvPicPr>
          <p:cNvPr id="25" name="Image 7" descr="C:/Users/ariel/Desktop/go/copa-omega/docs/slides-beygames/assets/check-ic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9951" y="2168277"/>
            <a:ext cx="203150" cy="20315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311658" y="2447627"/>
            <a:ext cx="5203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3</a:t>
            </a:r>
            <a:endParaRPr lang="en-US" sz="900" dirty="0"/>
          </a:p>
        </p:txBody>
      </p:sp>
      <p:pic>
        <p:nvPicPr>
          <p:cNvPr id="27" name="Image 8" descr="C:/Users/ariel/Desktop/go/copa-omega/docs/slides-beygames/assets/question-ico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0601" y="2657177"/>
            <a:ext cx="203150" cy="203150"/>
          </a:xfrm>
          <a:prstGeom prst="rect">
            <a:avLst/>
          </a:prstGeom>
        </p:spPr>
      </p:pic>
      <p:pic>
        <p:nvPicPr>
          <p:cNvPr id="28" name="Image 9" descr="C:/Users/ariel/Desktop/go/copa-omega/docs/slides-beygames/assets/question-ico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9951" y="2657177"/>
            <a:ext cx="203150" cy="20315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489972" y="1342876"/>
            <a:ext cx="2961680" cy="418802"/>
          </a:xfrm>
          <a:prstGeom prst="roundRect">
            <a:avLst>
              <a:gd name="adj" fmla="val 2426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18"/>
          <p:cNvSpPr/>
          <p:nvPr/>
        </p:nvSpPr>
        <p:spPr>
          <a:xfrm>
            <a:off x="5661422" y="1485602"/>
            <a:ext cx="1490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900" dirty="0"/>
          </a:p>
        </p:txBody>
      </p:sp>
      <p:sp>
        <p:nvSpPr>
          <p:cNvPr id="31" name="Text 19"/>
          <p:cNvSpPr/>
          <p:nvPr/>
        </p:nvSpPr>
        <p:spPr>
          <a:xfrm>
            <a:off x="5909072" y="1476077"/>
            <a:ext cx="13061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Cobalt Drake 5-60B</a:t>
            </a:r>
            <a:endParaRPr lang="en-US" sz="1100" dirty="0"/>
          </a:p>
        </p:txBody>
      </p:sp>
      <p:pic>
        <p:nvPicPr>
          <p:cNvPr id="32" name="Image 10" descr="C:/Users/ariel/Desktop/go/copa-omega/docs/slides-beygames/assets/x-ico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1090" y="1463427"/>
            <a:ext cx="177701" cy="177701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489972" y="1863179"/>
            <a:ext cx="2961680" cy="418802"/>
          </a:xfrm>
          <a:prstGeom prst="roundRect">
            <a:avLst>
              <a:gd name="adj" fmla="val 2426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1"/>
          <p:cNvSpPr/>
          <p:nvPr/>
        </p:nvSpPr>
        <p:spPr>
          <a:xfrm>
            <a:off x="5661422" y="2005905"/>
            <a:ext cx="1490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900" dirty="0"/>
          </a:p>
        </p:txBody>
      </p:sp>
      <p:sp>
        <p:nvSpPr>
          <p:cNvPr id="35" name="Text 22"/>
          <p:cNvSpPr/>
          <p:nvPr/>
        </p:nvSpPr>
        <p:spPr>
          <a:xfrm>
            <a:off x="5909072" y="1996380"/>
            <a:ext cx="13270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Tyranno Beat 4-80D</a:t>
            </a:r>
            <a:endParaRPr lang="en-US" sz="1100" dirty="0"/>
          </a:p>
        </p:txBody>
      </p:sp>
      <p:pic>
        <p:nvPicPr>
          <p:cNvPr id="36" name="Image 11" descr="C:/Users/ariel/Desktop/go/copa-omega/docs/slides-beygames/assets/check-ico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1628" y="1983730"/>
            <a:ext cx="177701" cy="177701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489972" y="2383482"/>
            <a:ext cx="2961680" cy="418802"/>
          </a:xfrm>
          <a:prstGeom prst="roundRect">
            <a:avLst>
              <a:gd name="adj" fmla="val 2426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4"/>
          <p:cNvSpPr/>
          <p:nvPr/>
        </p:nvSpPr>
        <p:spPr>
          <a:xfrm>
            <a:off x="5661422" y="2526209"/>
            <a:ext cx="1490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900" dirty="0"/>
          </a:p>
        </p:txBody>
      </p:sp>
      <p:sp>
        <p:nvSpPr>
          <p:cNvPr id="39" name="Text 25"/>
          <p:cNvSpPr/>
          <p:nvPr/>
        </p:nvSpPr>
        <p:spPr>
          <a:xfrm>
            <a:off x="5909072" y="2516684"/>
            <a:ext cx="12587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Hells Scythe 3-55F</a:t>
            </a:r>
            <a:endParaRPr lang="en-US" sz="1100" dirty="0"/>
          </a:p>
        </p:txBody>
      </p:sp>
      <p:pic>
        <p:nvPicPr>
          <p:cNvPr id="40" name="Image 12" descr="C:/Users/ariel/Desktop/go/copa-omega/docs/slides-beygames/assets/question-ico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44655" y="2504033"/>
            <a:ext cx="177701" cy="177701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614455" y="3038029"/>
            <a:ext cx="79147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FINAL DECISIVA!</a:t>
            </a:r>
            <a:endParaRPr lang="en-US" sz="1400" dirty="0"/>
          </a:p>
        </p:txBody>
      </p:sp>
      <p:sp>
        <p:nvSpPr>
          <p:cNvPr id="42" name="Text 27"/>
          <p:cNvSpPr/>
          <p:nvPr/>
        </p:nvSpPr>
        <p:spPr>
          <a:xfrm>
            <a:off x="361852" y="3520529"/>
            <a:ext cx="8419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conceptual — interfaz dentro de la app Copa Omega Star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506587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760488"/>
            <a:ext cx="518154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BEYGACHA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2335113"/>
            <a:ext cx="51815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 Random</a:t>
            </a:r>
            <a:endParaRPr lang="en-US" sz="2000" dirty="0"/>
          </a:p>
        </p:txBody>
      </p:sp>
      <p:pic>
        <p:nvPicPr>
          <p:cNvPr id="5" name="Image 0" descr="C:/Users/ariel/Desktop/go/copa-omega/docs/slides-beygames/assets/accen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2782788"/>
            <a:ext cx="3810000" cy="38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901" y="3024039"/>
            <a:ext cx="51815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suerte decide tu destino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4901" y="3465314"/>
            <a:ext cx="518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OC por tirada</a:t>
            </a:r>
            <a:endParaRPr lang="en-US" sz="1200" dirty="0"/>
          </a:p>
        </p:txBody>
      </p:sp>
      <p:pic>
        <p:nvPicPr>
          <p:cNvPr id="8" name="Image 1" descr="C:/Users/ariel/Desktop/go/copa-omega/docs/slides-beygames/assets/gacha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653" y="142875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03150"/>
            <a:ext cx="84199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BEYGACHA — Detalles</a:t>
            </a:r>
            <a:endParaRPr lang="en-US" sz="1800" dirty="0"/>
          </a:p>
        </p:txBody>
      </p:sp>
      <p:pic>
        <p:nvPicPr>
          <p:cNvPr id="3" name="Image 0" descr="C:/Users/ariel/Desktop/go/copa-omega/docs/slides-beygames/assets/accen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507950"/>
            <a:ext cx="8254901" cy="38100"/>
          </a:xfrm>
          <a:prstGeom prst="rect">
            <a:avLst/>
          </a:prstGeom>
        </p:spPr>
      </p:pic>
      <p:pic>
        <p:nvPicPr>
          <p:cNvPr id="4" name="Image 1" descr="C:/Users/ariel/Desktop/go/copa-omega/docs/slides-beygames/assets/slot-mach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802" y="685651"/>
            <a:ext cx="4317950" cy="17271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4401" y="2514302"/>
            <a:ext cx="4063901" cy="2002929"/>
          </a:xfrm>
          <a:prstGeom prst="roundRect">
            <a:avLst>
              <a:gd name="adj" fmla="val 6341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41152" y="2685752"/>
            <a:ext cx="37438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41152" y="2961977"/>
            <a:ext cx="3670399" cy="7617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Pagas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OC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tirada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arma un combo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columnas: Blade + Ratchet + Bit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41152" y="3825180"/>
            <a:ext cx="860524" cy="520601"/>
          </a:xfrm>
          <a:prstGeom prst="roundRect">
            <a:avLst>
              <a:gd name="adj" fmla="val 1463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36077" y="3901380"/>
            <a:ext cx="6706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6077" y="4136231"/>
            <a:ext cx="670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577876" y="3825180"/>
            <a:ext cx="860375" cy="520601"/>
          </a:xfrm>
          <a:prstGeom prst="roundRect">
            <a:avLst>
              <a:gd name="adj" fmla="val 1463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672803" y="3901380"/>
            <a:ext cx="670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72803" y="4136231"/>
            <a:ext cx="670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514451" y="3825180"/>
            <a:ext cx="860524" cy="520601"/>
          </a:xfrm>
          <a:prstGeom prst="roundRect">
            <a:avLst>
              <a:gd name="adj" fmla="val 1463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609377" y="3901380"/>
            <a:ext cx="6706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09377" y="4136231"/>
            <a:ext cx="670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451175" y="3825180"/>
            <a:ext cx="860375" cy="520601"/>
          </a:xfrm>
          <a:prstGeom prst="roundRect">
            <a:avLst>
              <a:gd name="adj" fmla="val 1463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546102" y="3901380"/>
            <a:ext cx="670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546102" y="4136231"/>
            <a:ext cx="670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11452" y="2514302"/>
            <a:ext cx="3987701" cy="1634728"/>
          </a:xfrm>
          <a:prstGeom prst="roundRect">
            <a:avLst>
              <a:gd name="adj" fmla="val 7769"/>
            </a:avLst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908203" y="2685752"/>
            <a:ext cx="36660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Torneo Gacha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908203" y="2961977"/>
            <a:ext cx="3594199" cy="101560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juegan con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combos random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elige su beyblade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Ganar con tier C =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doble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habilidad pura decide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44401" y="4618732"/>
            <a:ext cx="8254901" cy="323850"/>
          </a:xfrm>
          <a:prstGeom prst="roundRect">
            <a:avLst>
              <a:gd name="adj" fmla="val 31373"/>
            </a:avLst>
          </a:prstGeom>
          <a:solidFill>
            <a:srgbClr val="111827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52822" y="4704457"/>
            <a:ext cx="80380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empiezan en igualdad de condiciones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535162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789063"/>
            <a:ext cx="51815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2306538"/>
            <a:ext cx="51815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Combos</a:t>
            </a:r>
            <a:endParaRPr lang="en-US" sz="2000" dirty="0"/>
          </a:p>
        </p:txBody>
      </p:sp>
      <p:pic>
        <p:nvPicPr>
          <p:cNvPr id="5" name="Image 0" descr="C:/Users/ariel/Desktop/go/copa-omega/docs/slides-beygames/assets/accent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2754213"/>
            <a:ext cx="3810000" cy="38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901" y="2995464"/>
            <a:ext cx="51815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 antes de comprar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4901" y="3436739"/>
            <a:ext cx="518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reales de la comunidad</a:t>
            </a:r>
            <a:endParaRPr lang="en-US" sz="1200" dirty="0"/>
          </a:p>
        </p:txBody>
      </p:sp>
      <p:pic>
        <p:nvPicPr>
          <p:cNvPr id="8" name="Image 1" descr="C:/Users/ariel/Desktop/go/copa-omega/docs/slides-beygames/assets/gear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653" y="142875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53901"/>
            <a:ext cx="84199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— Pantalla de Prueba</a:t>
            </a:r>
            <a:endParaRPr lang="en-US" sz="2000" dirty="0"/>
          </a:p>
        </p:txBody>
      </p:sp>
      <p:pic>
        <p:nvPicPr>
          <p:cNvPr id="3" name="Image 0" descr="C:/Users/ariel/Desktop/go/copa-omega/docs/slides-beygames/assets/accent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587276"/>
            <a:ext cx="8254901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401" y="815876"/>
            <a:ext cx="8254901" cy="3602682"/>
          </a:xfrm>
          <a:prstGeom prst="roundRect">
            <a:avLst>
              <a:gd name="adj" fmla="val 4935"/>
            </a:avLst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92051" y="1012627"/>
            <a:ext cx="4015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92051" y="1184077"/>
            <a:ext cx="3936950" cy="323850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8526" y="1269802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 Edge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2051" y="1609427"/>
            <a:ext cx="4015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RATCHET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92051" y="1780877"/>
            <a:ext cx="3936950" cy="323850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28526" y="1866602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2051" y="2206228"/>
            <a:ext cx="4015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92051" y="2377678"/>
            <a:ext cx="3936950" cy="323850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28526" y="2463403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Orbit (LO)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2051" y="2879229"/>
            <a:ext cx="3936950" cy="704701"/>
          </a:xfrm>
          <a:prstGeom prst="roundRect">
            <a:avLst>
              <a:gd name="adj" fmla="val 14418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53367" y="3025229"/>
            <a:ext cx="36143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 A-TIER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3367" y="3285530"/>
            <a:ext cx="36143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 comunidad: 62%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2051" y="3685431"/>
            <a:ext cx="3936950" cy="536377"/>
          </a:xfrm>
          <a:prstGeom prst="roundRect">
            <a:avLst>
              <a:gd name="adj" fmla="val 14206"/>
            </a:avLst>
          </a:prstGeom>
          <a:solidFill>
            <a:srgbClr val="0F172A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53976" y="3796457"/>
            <a:ext cx="36853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SUGERENCIA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3976" y="3967907"/>
            <a:ext cx="36853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+15% ataque, cambia el bit a Flat (F)</a:t>
            </a:r>
            <a:endParaRPr lang="en-US" sz="1000" dirty="0"/>
          </a:p>
        </p:txBody>
      </p:sp>
      <p:pic>
        <p:nvPicPr>
          <p:cNvPr id="20" name="Image 1" descr="C:/Users/ariel/Desktop/go/copa-omega/docs/slides-beygames/assets/radar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352" y="1012627"/>
            <a:ext cx="2793950" cy="27939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98977" y="3857327"/>
            <a:ext cx="2796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ATK / DEF / STA / PESO / BURST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61852" y="4520059"/>
            <a:ext cx="8419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9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conceptual — datos reales basados en batallas de la comunidad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506587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760488"/>
            <a:ext cx="518154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COLISEO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2335113"/>
            <a:ext cx="51815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Royale</a:t>
            </a:r>
            <a:endParaRPr lang="en-US" sz="2000" dirty="0"/>
          </a:p>
        </p:txBody>
      </p:sp>
      <p:pic>
        <p:nvPicPr>
          <p:cNvPr id="5" name="Image 0" descr="C:/Users/ariel/Desktop/go/copa-omega/docs/slides-beygames/assets/accent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2782788"/>
            <a:ext cx="3810000" cy="38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901" y="3024039"/>
            <a:ext cx="51815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entran, 1 sale campeon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4901" y="3465314"/>
            <a:ext cx="518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especial con pozo de OC</a:t>
            </a:r>
            <a:endParaRPr lang="en-US" sz="1200" dirty="0"/>
          </a:p>
        </p:txBody>
      </p:sp>
      <p:pic>
        <p:nvPicPr>
          <p:cNvPr id="8" name="Image 1" descr="C:/Users/ariel/Desktop/go/copa-omega/docs/slides-beygames/assets/coliseum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653" y="142875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53901"/>
            <a:ext cx="84199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COLISEO — Battle Royale</a:t>
            </a:r>
            <a:endParaRPr lang="en-US" sz="2000" dirty="0"/>
          </a:p>
        </p:txBody>
      </p:sp>
      <p:pic>
        <p:nvPicPr>
          <p:cNvPr id="3" name="Image 0" descr="C:/Users/ariel/Desktop/go/copa-omega/docs/slides-beygames/assets/accent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587276"/>
            <a:ext cx="8254901" cy="38100"/>
          </a:xfrm>
          <a:prstGeom prst="rect">
            <a:avLst/>
          </a:prstGeom>
        </p:spPr>
      </p:pic>
      <p:pic>
        <p:nvPicPr>
          <p:cNvPr id="4" name="Image 1" descr="C:/Users/ariel/Desktop/go/copa-omega/docs/slides-beygames/assets/arena-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51" y="790426"/>
            <a:ext cx="3048000" cy="304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49452" y="790426"/>
            <a:ext cx="4749701" cy="1888629"/>
          </a:xfrm>
          <a:prstGeom prst="roundRect">
            <a:avLst>
              <a:gd name="adj" fmla="val 6724"/>
            </a:avLst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146203" y="961876"/>
            <a:ext cx="4443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146203" y="1238101"/>
            <a:ext cx="4356199" cy="12695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lanzan al estadio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vez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Ultimo beyblade girando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fee: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OC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uno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Pozo total: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OC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registra como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especial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949452" y="2806005"/>
            <a:ext cx="4749701" cy="1177826"/>
          </a:xfrm>
          <a:prstGeom prst="roundRect">
            <a:avLst>
              <a:gd name="adj" fmla="val 10783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146203" y="2977455"/>
            <a:ext cx="4443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Premios</a:t>
            </a:r>
            <a:endParaRPr lang="en-US" sz="1300" dirty="0"/>
          </a:p>
        </p:txBody>
      </p:sp>
      <p:pic>
        <p:nvPicPr>
          <p:cNvPr id="10" name="Image 2" descr="C:/Users/ariel/Desktop/go/copa-omega/docs/slides-beygames/assets/trophy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203" y="325368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01753" y="3291780"/>
            <a:ext cx="7678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1er puesto: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381476" y="3291780"/>
            <a:ext cx="4909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OC</a:t>
            </a:r>
            <a:endParaRPr lang="en-US" sz="1100" dirty="0"/>
          </a:p>
        </p:txBody>
      </p:sp>
      <p:pic>
        <p:nvPicPr>
          <p:cNvPr id="13" name="Image 3" descr="C:/Users/ariel/Desktop/go/copa-omega/docs/slides-beygames/assets/star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203" y="3533031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01753" y="3571131"/>
            <a:ext cx="8071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2do puesto: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20023" y="3571131"/>
            <a:ext cx="4909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OC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535162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789063"/>
            <a:ext cx="518154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CARTAS DE BLADER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2306538"/>
            <a:ext cx="51815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identidad unica</a:t>
            </a:r>
            <a:endParaRPr lang="en-US" sz="2000" dirty="0"/>
          </a:p>
        </p:txBody>
      </p:sp>
      <p:pic>
        <p:nvPicPr>
          <p:cNvPr id="5" name="Image 0" descr="C:/Users/ariel/Desktop/go/copa-omega/docs/slides-beygames/assets/accent-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2754213"/>
            <a:ext cx="3810000" cy="38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901" y="2995464"/>
            <a:ext cx="51815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carta, tus stats, tu identidad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4901" y="3436739"/>
            <a:ext cx="518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2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Generadas con tus datos reales</a:t>
            </a:r>
            <a:endParaRPr lang="en-US" sz="1200" dirty="0"/>
          </a:p>
        </p:txBody>
      </p:sp>
      <p:pic>
        <p:nvPicPr>
          <p:cNvPr id="8" name="Image 1" descr="C:/Users/ariel/Desktop/go/copa-omega/docs/slides-beygames/assets/card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653" y="142875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53901"/>
            <a:ext cx="84199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CARTAS DE BLADER — Detalles</a:t>
            </a:r>
            <a:endParaRPr lang="en-US" sz="2000" dirty="0"/>
          </a:p>
        </p:txBody>
      </p:sp>
      <p:pic>
        <p:nvPicPr>
          <p:cNvPr id="3" name="Image 0" descr="C:/Users/ariel/Desktop/go/copa-omega/docs/slides-beygames/assets/accent-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587276"/>
            <a:ext cx="8254901" cy="38100"/>
          </a:xfrm>
          <a:prstGeom prst="rect">
            <a:avLst/>
          </a:prstGeom>
        </p:spPr>
      </p:pic>
      <p:pic>
        <p:nvPicPr>
          <p:cNvPr id="4" name="Image 1" descr="C:/Users/ariel/Desktop/go/copa-omega/docs/slides-beygames/assets/blader-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51" y="815876"/>
            <a:ext cx="2286000" cy="3276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89102" y="815876"/>
            <a:ext cx="5079950" cy="1888629"/>
          </a:xfrm>
          <a:prstGeom prst="roundRect">
            <a:avLst>
              <a:gd name="adj" fmla="val 6724"/>
            </a:avLst>
          </a:prstGeom>
          <a:solidFill>
            <a:srgbClr val="111827"/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3485852" y="987326"/>
            <a:ext cx="47801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Carta Incluye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485852" y="1263551"/>
            <a:ext cx="4686449" cy="12695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y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blader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Estrellas: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Wins: 5 | Losses: 2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bey: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 Scale 4-55LO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Rate: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Badge: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289102" y="2831455"/>
            <a:ext cx="5079950" cy="1149102"/>
          </a:xfrm>
          <a:prstGeom prst="roundRect">
            <a:avLst>
              <a:gd name="adj" fmla="val 11052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3485852" y="2977455"/>
            <a:ext cx="47801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del Borde = Ranking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485852" y="3253680"/>
            <a:ext cx="5756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126409" y="3258443"/>
            <a:ext cx="8880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del ranking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485852" y="3447306"/>
            <a:ext cx="551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02894" y="3452068"/>
            <a:ext cx="9528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del ranking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485852" y="3640931"/>
            <a:ext cx="3550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910161" y="3645694"/>
            <a:ext cx="10629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 de los bladers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61852" y="4219426"/>
            <a:ext cx="8419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cartas se generan automaticamente con tus stats reales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riel/Desktop/go/copa-omega/docs/slides-beygames/assets/live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27935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351" y="307925"/>
            <a:ext cx="34043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PREDICCIONES EN VIVO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16921" y="360313"/>
            <a:ext cx="768995" cy="219075"/>
          </a:xfrm>
          <a:prstGeom prst="roundRect">
            <a:avLst>
              <a:gd name="adj" fmla="val 34783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38721" y="398413"/>
            <a:ext cx="5253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</a:t>
            </a:r>
            <a:endParaRPr lang="en-US" sz="1000" dirty="0"/>
          </a:p>
        </p:txBody>
      </p:sp>
      <p:pic>
        <p:nvPicPr>
          <p:cNvPr id="6" name="Image 1" descr="C:/Users/ariel/Desktop/go/copa-omega/docs/slides-beygames/assets/accent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01" y="749201"/>
            <a:ext cx="8254901" cy="38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401" y="1003102"/>
            <a:ext cx="84199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Aposta durante las batallas en tiempo real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44401" y="1380827"/>
            <a:ext cx="4025801" cy="1634728"/>
          </a:xfrm>
          <a:prstGeom prst="roundRect">
            <a:avLst>
              <a:gd name="adj" fmla="val 7769"/>
            </a:avLst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41152" y="1552277"/>
            <a:ext cx="3704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1152" y="1828502"/>
            <a:ext cx="3632299" cy="101560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en vivo =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apuestas abiertas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espectadores apuestan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Cuotas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dinamicas</a:t>
            </a:r>
            <a:pPr algn="l"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segun apuestas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acertas, ganas </a:t>
            </a:r>
            <a:pPr algn="l"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proporcional al pozo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673352" y="1380827"/>
            <a:ext cx="4025801" cy="1634728"/>
          </a:xfrm>
          <a:prstGeom prst="roundRect">
            <a:avLst>
              <a:gd name="adj" fmla="val 7769"/>
            </a:avLst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870103" y="1552277"/>
            <a:ext cx="3704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0103" y="1828502"/>
            <a:ext cx="3632299" cy="101560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participan, no solo los que pelean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emocion en cada batalla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Incentiva asistir a los torneos</a:t>
            </a:r>
            <a:endParaRPr lang="en-US" sz="1000" dirty="0"/>
          </a:p>
          <a:p>
            <a:pPr algn="l" marL="88900" indent="-88900">
              <a:lnSpc>
                <a:spcPts val="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activa toda la jornada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44401" y="3193256"/>
            <a:ext cx="8254901" cy="685651"/>
          </a:xfrm>
          <a:prstGeom prst="roundRect">
            <a:avLst>
              <a:gd name="adj" fmla="val 18522"/>
            </a:avLst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476476" y="3358307"/>
            <a:ext cx="4233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DESX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043958" y="3372594"/>
            <a:ext cx="244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x1.8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436418" y="3339257"/>
            <a:ext cx="2419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826050" y="3372594"/>
            <a:ext cx="244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x2.3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218509" y="3358307"/>
            <a:ext cx="4575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62538" y="3599557"/>
            <a:ext cx="80186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Pozo actual: 180 OC | 12 apuestas activas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61852" y="4005858"/>
            <a:ext cx="84199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200" b="1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"Converti cada torneo en una experiencia completa"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7396" y="1082725"/>
            <a:ext cx="196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PROXIMAMENTE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85366" y="1406575"/>
            <a:ext cx="45732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 OMEGA STAR</a:t>
            </a:r>
            <a:endParaRPr lang="en-US" sz="3400" dirty="0"/>
          </a:p>
        </p:txBody>
      </p:sp>
      <p:pic>
        <p:nvPicPr>
          <p:cNvPr id="4" name="Image 0" descr="C:/Users/ariel/Desktop/go/copa-omega/docs/slides-beygames/assets/accent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50" y="2105025"/>
            <a:ext cx="5079950" cy="38100"/>
          </a:xfrm>
          <a:prstGeom prst="rect">
            <a:avLst/>
          </a:prstGeom>
        </p:spPr>
      </p:pic>
      <p:pic>
        <p:nvPicPr>
          <p:cNvPr id="5" name="Image 1" descr="C:/Users/ariel/Desktop/go/copa-omega/docs/slides-beygames/assets/beypet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2346275"/>
            <a:ext cx="457200" cy="457200"/>
          </a:xfrm>
          <a:prstGeom prst="rect">
            <a:avLst/>
          </a:prstGeom>
        </p:spPr>
      </p:pic>
      <p:pic>
        <p:nvPicPr>
          <p:cNvPr id="6" name="Image 2" descr="C:/Users/ariel/Desktop/go/copa-omega/docs/slides-beygames/assets/swords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2346275"/>
            <a:ext cx="457200" cy="457200"/>
          </a:xfrm>
          <a:prstGeom prst="rect">
            <a:avLst/>
          </a:prstGeom>
        </p:spPr>
      </p:pic>
      <p:pic>
        <p:nvPicPr>
          <p:cNvPr id="7" name="Image 3" descr="C:/Users/ariel/Desktop/go/copa-omega/docs/slides-beygames/assets/gacha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2346275"/>
            <a:ext cx="457200" cy="457200"/>
          </a:xfrm>
          <a:prstGeom prst="rect">
            <a:avLst/>
          </a:prstGeom>
        </p:spPr>
      </p:pic>
      <p:pic>
        <p:nvPicPr>
          <p:cNvPr id="8" name="Image 4" descr="C:/Users/ariel/Desktop/go/copa-omega/docs/slides-beygames/assets/gear-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2346275"/>
            <a:ext cx="457200" cy="457200"/>
          </a:xfrm>
          <a:prstGeom prst="rect">
            <a:avLst/>
          </a:prstGeom>
        </p:spPr>
      </p:pic>
      <p:pic>
        <p:nvPicPr>
          <p:cNvPr id="9" name="Image 5" descr="C:/Users/ariel/Desktop/go/copa-omega/docs/slides-beygames/assets/coliseum-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2100" y="2346275"/>
            <a:ext cx="457200" cy="457200"/>
          </a:xfrm>
          <a:prstGeom prst="rect">
            <a:avLst/>
          </a:prstGeom>
        </p:spPr>
      </p:pic>
      <p:pic>
        <p:nvPicPr>
          <p:cNvPr id="10" name="Image 6" descr="C:/Users/ariel/Desktop/go/copa-omega/docs/slides-beygames/assets/card-ic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0" y="2346275"/>
            <a:ext cx="457200" cy="4572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2320129" y="3032075"/>
            <a:ext cx="4503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modos de juego — infinitas formas de competir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2925224" y="3346400"/>
            <a:ext cx="32934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competencia nunca fue tan divertida"</a:t>
            </a:r>
            <a:endParaRPr lang="en-US" sz="1400" dirty="0"/>
          </a:p>
        </p:txBody>
      </p:sp>
      <p:sp>
        <p:nvSpPr>
          <p:cNvPr id="13" name="Text 4"/>
          <p:cNvSpPr/>
          <p:nvPr/>
        </p:nvSpPr>
        <p:spPr>
          <a:xfrm>
            <a:off x="3586484" y="3860750"/>
            <a:ext cx="1971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buNone/>
            </a:pPr>
            <a:r>
              <a:rPr lang="en-US" sz="1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bladers-sf.vercel.app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BeyGames - Modos de Juego - Copa Omega Star</dc:title>
  <dc:subject>Nuevos modos de juego para Copa Omega Star</dc:subject>
  <dc:creator>Bladers Santa Fe</dc:creator>
  <cp:lastModifiedBy>Bladers Santa Fe</cp:lastModifiedBy>
  <cp:revision>1</cp:revision>
  <dcterms:created xsi:type="dcterms:W3CDTF">2026-03-23T18:34:04Z</dcterms:created>
  <dcterms:modified xsi:type="dcterms:W3CDTF">2026-03-23T18:34:04Z</dcterms:modified>
</cp:coreProperties>
</file>